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9" r:id="rId4"/>
    <p:sldId id="260" r:id="rId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14" autoAdjust="0"/>
    <p:restoredTop sz="94660"/>
  </p:normalViewPr>
  <p:slideViewPr>
    <p:cSldViewPr snapToGrid="0">
      <p:cViewPr varScale="1">
        <p:scale>
          <a:sx n="114" d="100"/>
          <a:sy n="114" d="100"/>
        </p:scale>
        <p:origin x="47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4212" y="685799"/>
            <a:ext cx="8001000" cy="2971801"/>
          </a:xfrm>
        </p:spPr>
        <p:txBody>
          <a:bodyPr anchor="b">
            <a:normAutofit/>
          </a:bodyPr>
          <a:lstStyle>
            <a:lvl1pPr algn="l">
              <a:defRPr sz="4800">
                <a:effectLst/>
              </a:defRPr>
            </a:lvl1pPr>
          </a:lstStyle>
          <a:p>
            <a:r>
              <a:rPr lang="en-US"/>
              <a:t>Click to edit Master title style</a:t>
            </a:r>
            <a:endParaRPr lang="en-US" dirty="0"/>
          </a:p>
        </p:txBody>
      </p:sp>
      <p:sp>
        <p:nvSpPr>
          <p:cNvPr id="3" name="Subtitle 2"/>
          <p:cNvSpPr>
            <a:spLocks noGrp="1"/>
          </p:cNvSpPr>
          <p:nvPr>
            <p:ph type="subTitle" idx="1"/>
          </p:nvPr>
        </p:nvSpPr>
        <p:spPr>
          <a:xfrm>
            <a:off x="684212" y="3843867"/>
            <a:ext cx="6400800" cy="1947333"/>
          </a:xfrm>
        </p:spPr>
        <p:txBody>
          <a:bodyPr anchor="t">
            <a:normAutofit/>
          </a:bodyPr>
          <a:lstStyle>
            <a:lvl1pPr marL="0" indent="0" algn="l">
              <a:buNone/>
              <a:defRPr sz="2100">
                <a:solidFill>
                  <a:schemeClr val="bg2">
                    <a:lumMod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1969F52-B8C5-4B4B-9AD5-A1C381DCB57B}" type="datetimeFigureOut">
              <a:rPr lang="en-US" smtClean="0"/>
              <a:t>10-Jan-22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F646D3-7549-42F8-A464-13B360E5CB29}" type="slidenum">
              <a:rPr lang="en-US" smtClean="0"/>
              <a:t>‹#›</a:t>
            </a:fld>
            <a:endParaRPr lang="en-US"/>
          </a:p>
        </p:txBody>
      </p:sp>
      <p:cxnSp>
        <p:nvCxnSpPr>
          <p:cNvPr id="16" name="Straight Connector 15"/>
          <p:cNvCxnSpPr/>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p:cNvCxnSpPr/>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p:cNvCxnSpPr/>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p:cNvCxnSpPr/>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846038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1969F52-B8C5-4B4B-9AD5-A1C381DCB57B}" type="datetimeFigureOut">
              <a:rPr lang="en-US" smtClean="0"/>
              <a:t>10-Jan-22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F646D3-7549-42F8-A464-13B360E5CB29}" type="slidenum">
              <a:rPr lang="en-US" smtClean="0"/>
              <a:t>‹#›</a:t>
            </a:fld>
            <a:endParaRPr lang="en-US"/>
          </a:p>
        </p:txBody>
      </p:sp>
    </p:spTree>
    <p:extLst>
      <p:ext uri="{BB962C8B-B14F-4D97-AF65-F5344CB8AC3E}">
        <p14:creationId xmlns:p14="http://schemas.microsoft.com/office/powerpoint/2010/main" val="34790852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84211" y="2006600"/>
            <a:ext cx="8534401" cy="2281600"/>
          </a:xfrm>
        </p:spPr>
        <p:txBody>
          <a:bodyPr anchor="b">
            <a:normAutofit/>
          </a:bodyPr>
          <a:lstStyle>
            <a:lvl1pPr algn="l">
              <a:defRPr sz="3600" b="0" cap="all"/>
            </a:lvl1pPr>
          </a:lstStyle>
          <a:p>
            <a:r>
              <a:rPr lang="en-US"/>
              <a:t>Click to edit Master title style</a:t>
            </a:r>
            <a:endParaRPr lang="en-US" dirty="0"/>
          </a:p>
        </p:txBody>
      </p:sp>
      <p:sp>
        <p:nvSpPr>
          <p:cNvPr id="3" name="Text Placeholder 2"/>
          <p:cNvSpPr>
            <a:spLocks noGrp="1"/>
          </p:cNvSpPr>
          <p:nvPr>
            <p:ph type="body" idx="1"/>
          </p:nvPr>
        </p:nvSpPr>
        <p:spPr>
          <a:xfrm>
            <a:off x="684213" y="4495800"/>
            <a:ext cx="8534400" cy="14986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1969F52-B8C5-4B4B-9AD5-A1C381DCB57B}" type="datetimeFigureOut">
              <a:rPr lang="en-US" smtClean="0"/>
              <a:t>10-Jan-22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F646D3-7549-42F8-A464-13B360E5CB29}" type="slidenum">
              <a:rPr lang="en-US" smtClean="0"/>
              <a:t>‹#›</a:t>
            </a:fld>
            <a:endParaRPr lang="en-US"/>
          </a:p>
        </p:txBody>
      </p:sp>
    </p:spTree>
    <p:extLst>
      <p:ext uri="{BB962C8B-B14F-4D97-AF65-F5344CB8AC3E}">
        <p14:creationId xmlns:p14="http://schemas.microsoft.com/office/powerpoint/2010/main" val="34044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4211" y="685800"/>
            <a:ext cx="4937655" cy="361526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808133" y="685801"/>
            <a:ext cx="4934479" cy="3615266"/>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1969F52-B8C5-4B4B-9AD5-A1C381DCB57B}" type="datetimeFigureOut">
              <a:rPr lang="en-US" smtClean="0"/>
              <a:t>10-Jan-22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F646D3-7549-42F8-A464-13B360E5CB29}" type="slidenum">
              <a:rPr lang="en-US" smtClean="0"/>
              <a:t>‹#›</a:t>
            </a:fld>
            <a:endParaRPr lang="en-US"/>
          </a:p>
        </p:txBody>
      </p:sp>
    </p:spTree>
    <p:extLst>
      <p:ext uri="{BB962C8B-B14F-4D97-AF65-F5344CB8AC3E}">
        <p14:creationId xmlns:p14="http://schemas.microsoft.com/office/powerpoint/2010/main" val="6863618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972080" y="685800"/>
            <a:ext cx="4649787" cy="576262"/>
          </a:xfrm>
        </p:spPr>
        <p:txBody>
          <a:bodyPr anchor="b">
            <a:no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4211" y="1270529"/>
            <a:ext cx="4937655" cy="303053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079066" y="685800"/>
            <a:ext cx="4665134" cy="576262"/>
          </a:xfrm>
        </p:spPr>
        <p:txBody>
          <a:bodyPr anchor="b">
            <a:no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806545" y="1262062"/>
            <a:ext cx="4929188" cy="303053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1969F52-B8C5-4B4B-9AD5-A1C381DCB57B}" type="datetimeFigureOut">
              <a:rPr lang="en-US" smtClean="0"/>
              <a:t>10-Jan-22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8F646D3-7549-42F8-A464-13B360E5CB29}" type="slidenum">
              <a:rPr lang="en-US" smtClean="0"/>
              <a:t>‹#›</a:t>
            </a:fld>
            <a:endParaRPr lang="en-US"/>
          </a:p>
        </p:txBody>
      </p:sp>
    </p:spTree>
    <p:extLst>
      <p:ext uri="{BB962C8B-B14F-4D97-AF65-F5344CB8AC3E}">
        <p14:creationId xmlns:p14="http://schemas.microsoft.com/office/powerpoint/2010/main" val="39226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1969F52-B8C5-4B4B-9AD5-A1C381DCB57B}" type="datetimeFigureOut">
              <a:rPr lang="en-US" smtClean="0"/>
              <a:t>10-Jan-22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8F646D3-7549-42F8-A464-13B360E5CB29}" type="slidenum">
              <a:rPr lang="en-US" smtClean="0"/>
              <a:t>‹#›</a:t>
            </a:fld>
            <a:endParaRPr lang="en-US"/>
          </a:p>
        </p:txBody>
      </p:sp>
    </p:spTree>
    <p:extLst>
      <p:ext uri="{BB962C8B-B14F-4D97-AF65-F5344CB8AC3E}">
        <p14:creationId xmlns:p14="http://schemas.microsoft.com/office/powerpoint/2010/main" val="36977308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1969F52-B8C5-4B4B-9AD5-A1C381DCB57B}" type="datetimeFigureOut">
              <a:rPr lang="en-US" smtClean="0"/>
              <a:t>10-Jan-22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8F646D3-7549-42F8-A464-13B360E5CB29}" type="slidenum">
              <a:rPr lang="en-US" smtClean="0"/>
              <a:t>‹#›</a:t>
            </a:fld>
            <a:endParaRPr lang="en-US"/>
          </a:p>
        </p:txBody>
      </p:sp>
    </p:spTree>
    <p:extLst>
      <p:ext uri="{BB962C8B-B14F-4D97-AF65-F5344CB8AC3E}">
        <p14:creationId xmlns:p14="http://schemas.microsoft.com/office/powerpoint/2010/main" val="13939748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012" y="685800"/>
            <a:ext cx="3657600" cy="1371600"/>
          </a:xfrm>
        </p:spPr>
        <p:txBody>
          <a:bodyPr anchor="b">
            <a:normAutofit/>
          </a:bodyPr>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684212" y="685800"/>
            <a:ext cx="5943601" cy="5308600"/>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085012" y="2209799"/>
            <a:ext cx="3657600" cy="2091267"/>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1969F52-B8C5-4B4B-9AD5-A1C381DCB57B}" type="datetimeFigureOut">
              <a:rPr lang="en-US" smtClean="0"/>
              <a:t>10-Jan-22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F646D3-7549-42F8-A464-13B360E5CB29}" type="slidenum">
              <a:rPr lang="en-US" smtClean="0"/>
              <a:t>‹#›</a:t>
            </a:fld>
            <a:endParaRPr lang="en-US"/>
          </a:p>
        </p:txBody>
      </p:sp>
    </p:spTree>
    <p:extLst>
      <p:ext uri="{BB962C8B-B14F-4D97-AF65-F5344CB8AC3E}">
        <p14:creationId xmlns:p14="http://schemas.microsoft.com/office/powerpoint/2010/main" val="36353495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2812" y="1447800"/>
            <a:ext cx="6019800" cy="1143000"/>
          </a:xfrm>
        </p:spPr>
        <p:txBody>
          <a:bodyPr anchor="b">
            <a:normAutofit/>
          </a:bodyPr>
          <a:lstStyle>
            <a:lvl1pPr algn="l">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989012" y="914400"/>
            <a:ext cx="3280974" cy="45720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4722812" y="2777066"/>
            <a:ext cx="6021388" cy="2048933"/>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1969F52-B8C5-4B4B-9AD5-A1C381DCB57B}" type="datetimeFigureOut">
              <a:rPr lang="en-US" smtClean="0"/>
              <a:t>10-Jan-22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F646D3-7549-42F8-A464-13B360E5CB29}" type="slidenum">
              <a:rPr lang="en-US" smtClean="0"/>
              <a:t>‹#›</a:t>
            </a:fld>
            <a:endParaRPr lang="en-US"/>
          </a:p>
        </p:txBody>
      </p:sp>
    </p:spTree>
    <p:extLst>
      <p:ext uri="{BB962C8B-B14F-4D97-AF65-F5344CB8AC3E}">
        <p14:creationId xmlns:p14="http://schemas.microsoft.com/office/powerpoint/2010/main" val="28331984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17" name="Picture Placeholder 2"/>
          <p:cNvSpPr>
            <a:spLocks noGrp="1" noChangeAspect="1"/>
          </p:cNvSpPr>
          <p:nvPr>
            <p:ph type="pic" idx="13"/>
          </p:nvPr>
        </p:nvSpPr>
        <p:spPr>
          <a:xfrm>
            <a:off x="685800" y="533400"/>
            <a:ext cx="10818812"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6" name="Text Placeholder 9"/>
          <p:cNvSpPr>
            <a:spLocks noGrp="1"/>
          </p:cNvSpPr>
          <p:nvPr>
            <p:ph type="body" sz="quarter" idx="14"/>
          </p:nvPr>
        </p:nvSpPr>
        <p:spPr>
          <a:xfrm>
            <a:off x="914402" y="3843867"/>
            <a:ext cx="8304210" cy="457200"/>
          </a:xfrm>
        </p:spPr>
        <p:txBody>
          <a:bodyPr anchor="t">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Date Placeholder 2"/>
          <p:cNvSpPr>
            <a:spLocks noGrp="1"/>
          </p:cNvSpPr>
          <p:nvPr>
            <p:ph type="dt" sz="half" idx="10"/>
          </p:nvPr>
        </p:nvSpPr>
        <p:spPr/>
        <p:txBody>
          <a:bodyPr/>
          <a:lstStyle/>
          <a:p>
            <a:fld id="{01969F52-B8C5-4B4B-9AD5-A1C381DCB57B}" type="datetimeFigureOut">
              <a:rPr lang="en-US" smtClean="0"/>
              <a:t>10-Jan-22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8F646D3-7549-42F8-A464-13B360E5CB29}" type="slidenum">
              <a:rPr lang="en-US" smtClean="0"/>
              <a:t>‹#›</a:t>
            </a:fld>
            <a:endParaRPr lang="en-US"/>
          </a:p>
        </p:txBody>
      </p:sp>
    </p:spTree>
    <p:extLst>
      <p:ext uri="{BB962C8B-B14F-4D97-AF65-F5344CB8AC3E}">
        <p14:creationId xmlns:p14="http://schemas.microsoft.com/office/powerpoint/2010/main" val="37577009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anchor="ctr">
            <a:normAutofit/>
          </a:bodyPr>
          <a:lstStyle>
            <a:lvl1pPr algn="l">
              <a:defRPr sz="3200" b="0" cap="all"/>
            </a:lvl1pPr>
          </a:lstStyle>
          <a:p>
            <a:r>
              <a:rPr lang="en-US"/>
              <a:t>Click to edit Master title style</a:t>
            </a:r>
            <a:endParaRPr lang="en-US" dirty="0"/>
          </a:p>
        </p:txBody>
      </p:sp>
      <p:sp>
        <p:nvSpPr>
          <p:cNvPr id="3" name="Text Placeholder 2"/>
          <p:cNvSpPr>
            <a:spLocks noGrp="1"/>
          </p:cNvSpPr>
          <p:nvPr>
            <p:ph type="body" idx="1"/>
          </p:nvPr>
        </p:nvSpPr>
        <p:spPr>
          <a:xfrm>
            <a:off x="684212" y="4114800"/>
            <a:ext cx="8535988" cy="187960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1969F52-B8C5-4B4B-9AD5-A1C381DCB57B}" type="datetimeFigureOut">
              <a:rPr lang="en-US" smtClean="0"/>
              <a:t>10-Jan-22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F646D3-7549-42F8-A464-13B360E5CB29}" type="slidenum">
              <a:rPr lang="en-US" smtClean="0"/>
              <a:t>‹#›</a:t>
            </a:fld>
            <a:endParaRPr lang="en-US"/>
          </a:p>
        </p:txBody>
      </p:sp>
    </p:spTree>
    <p:extLst>
      <p:ext uri="{BB962C8B-B14F-4D97-AF65-F5344CB8AC3E}">
        <p14:creationId xmlns:p14="http://schemas.microsoft.com/office/powerpoint/2010/main" val="32012666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85800"/>
            <a:ext cx="9144001" cy="2743200"/>
          </a:xfrm>
        </p:spPr>
        <p:txBody>
          <a:bodyPr anchor="ctr">
            <a:normAutofit/>
          </a:bodyPr>
          <a:lstStyle>
            <a:lvl1pPr algn="l">
              <a:defRPr sz="3200" b="0" cap="all">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446212" y="3429000"/>
            <a:ext cx="8534400"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84213" y="4301067"/>
            <a:ext cx="8534400" cy="1684865"/>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1969F52-B8C5-4B4B-9AD5-A1C381DCB57B}" type="datetimeFigureOut">
              <a:rPr lang="en-US" smtClean="0"/>
              <a:t>10-Jan-22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F646D3-7549-42F8-A464-13B360E5CB29}" type="slidenum">
              <a:rPr lang="en-US" smtClean="0"/>
              <a:t>‹#›</a:t>
            </a:fld>
            <a:endParaRPr lang="en-US"/>
          </a:p>
        </p:txBody>
      </p:sp>
      <p:sp>
        <p:nvSpPr>
          <p:cNvPr id="14" name="TextBox 13"/>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146777636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4212" y="3429000"/>
            <a:ext cx="8534400" cy="1697400"/>
          </a:xfrm>
        </p:spPr>
        <p:txBody>
          <a:bodyPr anchor="b">
            <a:normAutofit/>
          </a:bodyPr>
          <a:lstStyle>
            <a:lvl1pPr algn="l">
              <a:defRPr sz="3200" b="0" cap="all"/>
            </a:lvl1pPr>
          </a:lstStyle>
          <a:p>
            <a:r>
              <a:rPr lang="en-US"/>
              <a:t>Click to edit Master title style</a:t>
            </a:r>
            <a:endParaRPr lang="en-US" dirty="0"/>
          </a:p>
        </p:txBody>
      </p:sp>
      <p:sp>
        <p:nvSpPr>
          <p:cNvPr id="3" name="Text Placeholder 2"/>
          <p:cNvSpPr>
            <a:spLocks noGrp="1"/>
          </p:cNvSpPr>
          <p:nvPr>
            <p:ph type="body" idx="1"/>
          </p:nvPr>
        </p:nvSpPr>
        <p:spPr>
          <a:xfrm>
            <a:off x="684211" y="5132981"/>
            <a:ext cx="8535990" cy="860400"/>
          </a:xfrm>
        </p:spPr>
        <p:txBody>
          <a:bodyPr anchor="t">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1969F52-B8C5-4B4B-9AD5-A1C381DCB57B}" type="datetimeFigureOut">
              <a:rPr lang="en-US" smtClean="0"/>
              <a:t>10-Jan-22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F646D3-7549-42F8-A464-13B360E5CB29}" type="slidenum">
              <a:rPr lang="en-US" smtClean="0"/>
              <a:t>‹#›</a:t>
            </a:fld>
            <a:endParaRPr lang="en-US"/>
          </a:p>
        </p:txBody>
      </p:sp>
    </p:spTree>
    <p:extLst>
      <p:ext uri="{BB962C8B-B14F-4D97-AF65-F5344CB8AC3E}">
        <p14:creationId xmlns:p14="http://schemas.microsoft.com/office/powerpoint/2010/main" val="373601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3" y="685800"/>
            <a:ext cx="9144000" cy="2743200"/>
          </a:xfrm>
        </p:spPr>
        <p:txBody>
          <a:bodyPr anchor="ctr">
            <a:normAutofit/>
          </a:bodyPr>
          <a:lstStyle>
            <a:lvl1pPr algn="l">
              <a:defRPr sz="3200" b="0" cap="all">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684212" y="3928534"/>
            <a:ext cx="8534401" cy="1049866"/>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4211" y="4978400"/>
            <a:ext cx="8534401" cy="10160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1969F52-B8C5-4B4B-9AD5-A1C381DCB57B}" type="datetimeFigureOut">
              <a:rPr lang="en-US" smtClean="0"/>
              <a:t>10-Jan-22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F646D3-7549-42F8-A464-13B360E5CB29}" type="slidenum">
              <a:rPr lang="en-US" smtClean="0"/>
              <a:t>‹#›</a:t>
            </a:fld>
            <a:endParaRPr lang="en-US"/>
          </a:p>
        </p:txBody>
      </p:sp>
      <p:sp>
        <p:nvSpPr>
          <p:cNvPr id="11" name="TextBox 10"/>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2" name="TextBox 11"/>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222246048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684212" y="3928534"/>
            <a:ext cx="8534400" cy="838200"/>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4211" y="4766732"/>
            <a:ext cx="8534401" cy="1227667"/>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1969F52-B8C5-4B4B-9AD5-A1C381DCB57B}" type="datetimeFigureOut">
              <a:rPr lang="en-US" smtClean="0"/>
              <a:t>10-Jan-22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F646D3-7549-42F8-A464-13B360E5CB29}" type="slidenum">
              <a:rPr lang="en-US" smtClean="0"/>
              <a:t>‹#›</a:t>
            </a:fld>
            <a:endParaRPr lang="en-US"/>
          </a:p>
        </p:txBody>
      </p:sp>
    </p:spTree>
    <p:extLst>
      <p:ext uri="{BB962C8B-B14F-4D97-AF65-F5344CB8AC3E}">
        <p14:creationId xmlns:p14="http://schemas.microsoft.com/office/powerpoint/2010/main" val="32660558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1969F52-B8C5-4B4B-9AD5-A1C381DCB57B}" type="datetimeFigureOut">
              <a:rPr lang="en-US" smtClean="0"/>
              <a:t>10-Jan-22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F646D3-7549-42F8-A464-13B360E5CB29}" type="slidenum">
              <a:rPr lang="en-US" smtClean="0"/>
              <a:t>‹#›</a:t>
            </a:fld>
            <a:endParaRPr lang="en-US"/>
          </a:p>
        </p:txBody>
      </p:sp>
    </p:spTree>
    <p:extLst>
      <p:ext uri="{BB962C8B-B14F-4D97-AF65-F5344CB8AC3E}">
        <p14:creationId xmlns:p14="http://schemas.microsoft.com/office/powerpoint/2010/main" val="142262311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5212" y="685800"/>
            <a:ext cx="2057400" cy="45720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5800" y="685800"/>
            <a:ext cx="7823200" cy="5308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1969F52-B8C5-4B4B-9AD5-A1C381DCB57B}" type="datetimeFigureOut">
              <a:rPr lang="en-US" smtClean="0"/>
              <a:t>10-Jan-22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F646D3-7549-42F8-A464-13B360E5CB29}" type="slidenum">
              <a:rPr lang="en-US" smtClean="0"/>
              <a:t>‹#›</a:t>
            </a:fld>
            <a:endParaRPr lang="en-US"/>
          </a:p>
        </p:txBody>
      </p:sp>
    </p:spTree>
    <p:extLst>
      <p:ext uri="{BB962C8B-B14F-4D97-AF65-F5344CB8AC3E}">
        <p14:creationId xmlns:p14="http://schemas.microsoft.com/office/powerpoint/2010/main" val="12307889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grpSp>
        <p:nvGrpSpPr>
          <p:cNvPr id="7" name="Group 6"/>
          <p:cNvGrpSpPr/>
          <p:nvPr/>
        </p:nvGrpSpPr>
        <p:grpSpPr>
          <a:xfrm>
            <a:off x="9206969" y="2963333"/>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684212" y="4487332"/>
            <a:ext cx="8534400" cy="15070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4212" y="685800"/>
            <a:ext cx="8534400" cy="3615267"/>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9904412" y="6172200"/>
            <a:ext cx="1600200" cy="365125"/>
          </a:xfrm>
          <a:prstGeom prst="rect">
            <a:avLst/>
          </a:prstGeom>
        </p:spPr>
        <p:txBody>
          <a:bodyPr vert="horz" lIns="91440" tIns="45720" rIns="91440" bIns="45720" rtlCol="0" anchor="t"/>
          <a:lstStyle>
            <a:lvl1pPr algn="r">
              <a:defRPr sz="1000" b="0" i="0">
                <a:solidFill>
                  <a:schemeClr val="bg2">
                    <a:lumMod val="50000"/>
                  </a:schemeClr>
                </a:solidFill>
                <a:effectLst/>
                <a:latin typeface="+mn-lt"/>
              </a:defRPr>
            </a:lvl1pPr>
          </a:lstStyle>
          <a:p>
            <a:fld id="{01969F52-B8C5-4B4B-9AD5-A1C381DCB57B}" type="datetimeFigureOut">
              <a:rPr lang="en-US" smtClean="0"/>
              <a:t>10-Jan-22</a:t>
            </a:fld>
            <a:endParaRPr lang="en-US"/>
          </a:p>
        </p:txBody>
      </p:sp>
      <p:sp>
        <p:nvSpPr>
          <p:cNvPr id="5" name="Footer Placeholder 4"/>
          <p:cNvSpPr>
            <a:spLocks noGrp="1"/>
          </p:cNvSpPr>
          <p:nvPr>
            <p:ph type="ftr" sz="quarter" idx="3"/>
          </p:nvPr>
        </p:nvSpPr>
        <p:spPr>
          <a:xfrm>
            <a:off x="684212" y="6172200"/>
            <a:ext cx="7543800" cy="365125"/>
          </a:xfrm>
          <a:prstGeom prst="rect">
            <a:avLst/>
          </a:prstGeom>
        </p:spPr>
        <p:txBody>
          <a:bodyPr vert="horz" lIns="91440" tIns="45720" rIns="91440" bIns="45720" rtlCol="0" anchor="t"/>
          <a:lstStyle>
            <a:lvl1pPr algn="l">
              <a:defRPr sz="1000" b="0" i="0">
                <a:solidFill>
                  <a:schemeClr val="bg2">
                    <a:lumMod val="50000"/>
                  </a:schemeClr>
                </a:solidFill>
                <a:effectLst/>
                <a:latin typeface="+mn-lt"/>
              </a:defRPr>
            </a:lvl1pPr>
          </a:lstStyle>
          <a:p>
            <a:endParaRPr lang="en-US"/>
          </a:p>
        </p:txBody>
      </p:sp>
      <p:sp>
        <p:nvSpPr>
          <p:cNvPr id="6" name="Slide Number Placeholder 5"/>
          <p:cNvSpPr>
            <a:spLocks noGrp="1"/>
          </p:cNvSpPr>
          <p:nvPr>
            <p:ph type="sldNum" sz="quarter" idx="4"/>
          </p:nvPr>
        </p:nvSpPr>
        <p:spPr>
          <a:xfrm>
            <a:off x="10363200" y="5578475"/>
            <a:ext cx="1142245" cy="669925"/>
          </a:xfrm>
          <a:prstGeom prst="rect">
            <a:avLst/>
          </a:prstGeom>
        </p:spPr>
        <p:txBody>
          <a:bodyPr vert="horz" lIns="91440" tIns="45720" rIns="91440" bIns="45720" rtlCol="0" anchor="b"/>
          <a:lstStyle>
            <a:lvl1pPr algn="r">
              <a:defRPr sz="3200" b="0" i="0">
                <a:solidFill>
                  <a:schemeClr val="bg2">
                    <a:lumMod val="50000"/>
                  </a:schemeClr>
                </a:solidFill>
                <a:effectLst/>
                <a:latin typeface="+mn-lt"/>
              </a:defRPr>
            </a:lvl1pPr>
          </a:lstStyle>
          <a:p>
            <a:fld id="{B8F646D3-7549-42F8-A464-13B360E5CB29}" type="slidenum">
              <a:rPr lang="en-US" smtClean="0"/>
              <a:t>‹#›</a:t>
            </a:fld>
            <a:endParaRPr lang="en-US"/>
          </a:p>
        </p:txBody>
      </p:sp>
    </p:spTree>
    <p:extLst>
      <p:ext uri="{BB962C8B-B14F-4D97-AF65-F5344CB8AC3E}">
        <p14:creationId xmlns:p14="http://schemas.microsoft.com/office/powerpoint/2010/main" val="3718379218"/>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2000" kern="1200" cap="none">
          <a:solidFill>
            <a:schemeClr val="bg2">
              <a:lumMod val="7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800" kern="1200" cap="none">
          <a:solidFill>
            <a:schemeClr val="bg2">
              <a:lumMod val="7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600" kern="1200" cap="none">
          <a:solidFill>
            <a:schemeClr val="bg2">
              <a:lumMod val="7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6A1101-EC6C-478B-963B-7516F147A62B}"/>
              </a:ext>
            </a:extLst>
          </p:cNvPr>
          <p:cNvSpPr>
            <a:spLocks noGrp="1"/>
          </p:cNvSpPr>
          <p:nvPr>
            <p:ph type="ctrTitle"/>
          </p:nvPr>
        </p:nvSpPr>
        <p:spPr/>
        <p:txBody>
          <a:bodyPr/>
          <a:lstStyle/>
          <a:p>
            <a:r>
              <a:rPr lang="en-US" sz="4800" b="0" i="0" dirty="0">
                <a:effectLst/>
                <a:latin typeface="Calibri" panose="020F0502020204030204" pitchFamily="34" charset="0"/>
              </a:rPr>
              <a:t>Match odds</a:t>
            </a:r>
            <a:endParaRPr lang="en-US" dirty="0"/>
          </a:p>
        </p:txBody>
      </p:sp>
      <p:sp>
        <p:nvSpPr>
          <p:cNvPr id="3" name="Subtitle 2">
            <a:extLst>
              <a:ext uri="{FF2B5EF4-FFF2-40B4-BE49-F238E27FC236}">
                <a16:creationId xmlns:a16="http://schemas.microsoft.com/office/drawing/2014/main" id="{D7EECFC9-1285-41F2-9C63-789CA04E2E07}"/>
              </a:ext>
            </a:extLst>
          </p:cNvPr>
          <p:cNvSpPr>
            <a:spLocks noGrp="1"/>
          </p:cNvSpPr>
          <p:nvPr>
            <p:ph type="subTitle" idx="1"/>
          </p:nvPr>
        </p:nvSpPr>
        <p:spPr/>
        <p:txBody>
          <a:bodyPr/>
          <a:lstStyle/>
          <a:p>
            <a:endParaRPr lang="en-US" dirty="0"/>
          </a:p>
          <a:p>
            <a:r>
              <a:rPr lang="en-US" dirty="0"/>
              <a:t>Team:</a:t>
            </a:r>
            <a:r>
              <a:rPr lang="ro-RO" dirty="0"/>
              <a:t> Adrian Nicolae</a:t>
            </a:r>
            <a:r>
              <a:rPr lang="en-US" dirty="0"/>
              <a:t> Dragos</a:t>
            </a:r>
          </a:p>
          <a:p>
            <a:endParaRPr lang="ro-RO" dirty="0"/>
          </a:p>
          <a:p>
            <a:r>
              <a:rPr lang="ro-RO" dirty="0"/>
              <a:t>Mentor</a:t>
            </a:r>
            <a:r>
              <a:rPr lang="en-US" dirty="0"/>
              <a:t>: Daniel Pop</a:t>
            </a:r>
          </a:p>
        </p:txBody>
      </p:sp>
    </p:spTree>
    <p:extLst>
      <p:ext uri="{BB962C8B-B14F-4D97-AF65-F5344CB8AC3E}">
        <p14:creationId xmlns:p14="http://schemas.microsoft.com/office/powerpoint/2010/main" val="4220949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DA8C644-9C7D-4305-97CC-858E3287B882}"/>
              </a:ext>
            </a:extLst>
          </p:cNvPr>
          <p:cNvSpPr>
            <a:spLocks noGrp="1"/>
          </p:cNvSpPr>
          <p:nvPr>
            <p:ph type="title"/>
          </p:nvPr>
        </p:nvSpPr>
        <p:spPr>
          <a:xfrm>
            <a:off x="684212" y="701800"/>
            <a:ext cx="8534400" cy="1507067"/>
          </a:xfrm>
        </p:spPr>
        <p:txBody>
          <a:bodyPr>
            <a:normAutofit/>
          </a:bodyPr>
          <a:lstStyle/>
          <a:p>
            <a:r>
              <a:rPr lang="en-US" sz="2800" dirty="0"/>
              <a:t>Short description</a:t>
            </a:r>
          </a:p>
        </p:txBody>
      </p:sp>
      <p:sp>
        <p:nvSpPr>
          <p:cNvPr id="11" name="Content Placeholder 10">
            <a:extLst>
              <a:ext uri="{FF2B5EF4-FFF2-40B4-BE49-F238E27FC236}">
                <a16:creationId xmlns:a16="http://schemas.microsoft.com/office/drawing/2014/main" id="{9D2579C3-7B80-4058-AF32-96058900F038}"/>
              </a:ext>
            </a:extLst>
          </p:cNvPr>
          <p:cNvSpPr>
            <a:spLocks noGrp="1"/>
          </p:cNvSpPr>
          <p:nvPr>
            <p:ph idx="1"/>
          </p:nvPr>
        </p:nvSpPr>
        <p:spPr>
          <a:xfrm>
            <a:off x="684212" y="2516697"/>
            <a:ext cx="8534400" cy="3220053"/>
          </a:xfrm>
        </p:spPr>
        <p:txBody>
          <a:bodyPr/>
          <a:lstStyle/>
          <a:p>
            <a:r>
              <a:rPr lang="en-US" dirty="0"/>
              <a:t>This process is designed to make betting on football matches easier. </a:t>
            </a:r>
          </a:p>
          <a:p>
            <a:endParaRPr lang="en-US" dirty="0"/>
          </a:p>
          <a:p>
            <a:r>
              <a:rPr lang="en-US" dirty="0"/>
              <a:t>Everyday it scans for the top three football matches on three different websites and sends an email containing an excel that lists for each team the website with the highest odds (highest return on money spent)</a:t>
            </a:r>
          </a:p>
          <a:p>
            <a:endParaRPr lang="en-US" dirty="0"/>
          </a:p>
        </p:txBody>
      </p:sp>
    </p:spTree>
    <p:extLst>
      <p:ext uri="{BB962C8B-B14F-4D97-AF65-F5344CB8AC3E}">
        <p14:creationId xmlns:p14="http://schemas.microsoft.com/office/powerpoint/2010/main" val="42004694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DA8C644-9C7D-4305-97CC-858E3287B882}"/>
              </a:ext>
            </a:extLst>
          </p:cNvPr>
          <p:cNvSpPr>
            <a:spLocks noGrp="1"/>
          </p:cNvSpPr>
          <p:nvPr>
            <p:ph type="title"/>
          </p:nvPr>
        </p:nvSpPr>
        <p:spPr>
          <a:xfrm>
            <a:off x="684212" y="701800"/>
            <a:ext cx="8534400" cy="1507067"/>
          </a:xfrm>
        </p:spPr>
        <p:txBody>
          <a:bodyPr>
            <a:normAutofit/>
          </a:bodyPr>
          <a:lstStyle/>
          <a:p>
            <a:r>
              <a:rPr lang="en-US" sz="2800" dirty="0"/>
              <a:t>Particularities and challenges</a:t>
            </a:r>
          </a:p>
        </p:txBody>
      </p:sp>
      <p:sp>
        <p:nvSpPr>
          <p:cNvPr id="11" name="Content Placeholder 10">
            <a:extLst>
              <a:ext uri="{FF2B5EF4-FFF2-40B4-BE49-F238E27FC236}">
                <a16:creationId xmlns:a16="http://schemas.microsoft.com/office/drawing/2014/main" id="{9D2579C3-7B80-4058-AF32-96058900F038}"/>
              </a:ext>
            </a:extLst>
          </p:cNvPr>
          <p:cNvSpPr>
            <a:spLocks noGrp="1"/>
          </p:cNvSpPr>
          <p:nvPr>
            <p:ph idx="1"/>
          </p:nvPr>
        </p:nvSpPr>
        <p:spPr>
          <a:xfrm>
            <a:off x="684212" y="2558642"/>
            <a:ext cx="8534400" cy="3220053"/>
          </a:xfrm>
        </p:spPr>
        <p:txBody>
          <a:bodyPr/>
          <a:lstStyle/>
          <a:p>
            <a:r>
              <a:rPr lang="en-US" dirty="0"/>
              <a:t>The main challenge was extracting data from each site. The process uses data scraping to extract the top three matches of the day from the first website (</a:t>
            </a:r>
            <a:r>
              <a:rPr lang="en-US" dirty="0" err="1"/>
              <a:t>Betano</a:t>
            </a:r>
            <a:r>
              <a:rPr lang="en-US" dirty="0"/>
              <a:t>) and then searches for those matches on two other websites (Casa </a:t>
            </a:r>
            <a:r>
              <a:rPr lang="en-US" dirty="0" err="1"/>
              <a:t>Pariurilor</a:t>
            </a:r>
            <a:r>
              <a:rPr lang="en-US" dirty="0"/>
              <a:t> and Fortuna). </a:t>
            </a:r>
          </a:p>
          <a:p>
            <a:r>
              <a:rPr lang="en-US" dirty="0"/>
              <a:t>An error handling mechanism (try catch) was used in the case where a website does not contain the match we are looking for. Thus, the odds are returned as “-” and are not taking into consideration when the highest odds are calculated.</a:t>
            </a:r>
          </a:p>
        </p:txBody>
      </p:sp>
    </p:spTree>
    <p:extLst>
      <p:ext uri="{BB962C8B-B14F-4D97-AF65-F5344CB8AC3E}">
        <p14:creationId xmlns:p14="http://schemas.microsoft.com/office/powerpoint/2010/main" val="25902906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DA8C644-9C7D-4305-97CC-858E3287B882}"/>
              </a:ext>
            </a:extLst>
          </p:cNvPr>
          <p:cNvSpPr>
            <a:spLocks noGrp="1"/>
          </p:cNvSpPr>
          <p:nvPr>
            <p:ph type="title"/>
          </p:nvPr>
        </p:nvSpPr>
        <p:spPr>
          <a:xfrm>
            <a:off x="684212" y="701800"/>
            <a:ext cx="8534400" cy="1507067"/>
          </a:xfrm>
        </p:spPr>
        <p:txBody>
          <a:bodyPr>
            <a:normAutofit/>
          </a:bodyPr>
          <a:lstStyle/>
          <a:p>
            <a:r>
              <a:rPr lang="en-US" sz="2800" dirty="0"/>
              <a:t>Conclusions</a:t>
            </a:r>
          </a:p>
        </p:txBody>
      </p:sp>
      <p:sp>
        <p:nvSpPr>
          <p:cNvPr id="11" name="Content Placeholder 10">
            <a:extLst>
              <a:ext uri="{FF2B5EF4-FFF2-40B4-BE49-F238E27FC236}">
                <a16:creationId xmlns:a16="http://schemas.microsoft.com/office/drawing/2014/main" id="{9D2579C3-7B80-4058-AF32-96058900F038}"/>
              </a:ext>
            </a:extLst>
          </p:cNvPr>
          <p:cNvSpPr>
            <a:spLocks noGrp="1"/>
          </p:cNvSpPr>
          <p:nvPr>
            <p:ph idx="1"/>
          </p:nvPr>
        </p:nvSpPr>
        <p:spPr>
          <a:xfrm>
            <a:off x="684212" y="2667699"/>
            <a:ext cx="8534400" cy="3220053"/>
          </a:xfrm>
        </p:spPr>
        <p:txBody>
          <a:bodyPr>
            <a:normAutofit fontScale="92500" lnSpcReduction="10000"/>
          </a:bodyPr>
          <a:lstStyle/>
          <a:p>
            <a:r>
              <a:rPr lang="en-US" dirty="0"/>
              <a:t>Developing the project was a fun experience.</a:t>
            </a:r>
          </a:p>
          <a:p>
            <a:endParaRPr lang="en-US" dirty="0"/>
          </a:p>
          <a:p>
            <a:r>
              <a:rPr lang="en-US" dirty="0"/>
              <a:t>I had to learn about data scraping and custom data scraping structures, email activities and excel integration in UiPath.</a:t>
            </a:r>
          </a:p>
          <a:p>
            <a:endParaRPr lang="en-US" dirty="0"/>
          </a:p>
          <a:p>
            <a:r>
              <a:rPr lang="en-US" dirty="0"/>
              <a:t>Further improvements: </a:t>
            </a:r>
          </a:p>
          <a:p>
            <a:pPr lvl="1"/>
            <a:r>
              <a:rPr lang="en-US" dirty="0"/>
              <a:t>Using more websites to have higher chances of having the </a:t>
            </a:r>
            <a:r>
              <a:rPr lang="en-US" dirty="0" err="1"/>
              <a:t>the</a:t>
            </a:r>
            <a:r>
              <a:rPr lang="en-US" dirty="0"/>
              <a:t> highest odds.</a:t>
            </a:r>
          </a:p>
          <a:p>
            <a:pPr lvl="1"/>
            <a:r>
              <a:rPr lang="en-US" dirty="0"/>
              <a:t>Taking into consideration more matches.</a:t>
            </a:r>
          </a:p>
        </p:txBody>
      </p:sp>
    </p:spTree>
    <p:extLst>
      <p:ext uri="{BB962C8B-B14F-4D97-AF65-F5344CB8AC3E}">
        <p14:creationId xmlns:p14="http://schemas.microsoft.com/office/powerpoint/2010/main" val="3449152352"/>
      </p:ext>
    </p:extLst>
  </p:cSld>
  <p:clrMapOvr>
    <a:masterClrMapping/>
  </p:clrMapOvr>
</p:sld>
</file>

<file path=ppt/theme/theme1.xml><?xml version="1.0" encoding="utf-8"?>
<a:theme xmlns:a="http://schemas.openxmlformats.org/drawingml/2006/main" name="Slice">
  <a:themeElements>
    <a:clrScheme name="Slice">
      <a:dk1>
        <a:sysClr val="windowText" lastClr="000000"/>
      </a:dk1>
      <a:lt1>
        <a:sysClr val="window" lastClr="FFFFFF"/>
      </a:lt1>
      <a:dk2>
        <a:srgbClr val="146194"/>
      </a:dk2>
      <a:lt2>
        <a:srgbClr val="76DBF4"/>
      </a:lt2>
      <a:accent1>
        <a:srgbClr val="052F61"/>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Slice">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Slice">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2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5875"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docProps/app.xml><?xml version="1.0" encoding="utf-8"?>
<Properties xmlns="http://schemas.openxmlformats.org/officeDocument/2006/extended-properties" xmlns:vt="http://schemas.openxmlformats.org/officeDocument/2006/docPropsVTypes">
  <Template>Slice</Template>
  <TotalTime>68</TotalTime>
  <Words>213</Words>
  <Application>Microsoft Office PowerPoint</Application>
  <PresentationFormat>Widescreen</PresentationFormat>
  <Paragraphs>20</Paragraphs>
  <Slides>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Calibri</vt:lpstr>
      <vt:lpstr>Century Gothic</vt:lpstr>
      <vt:lpstr>Wingdings 3</vt:lpstr>
      <vt:lpstr>Slice</vt:lpstr>
      <vt:lpstr>Match odds</vt:lpstr>
      <vt:lpstr>Short description</vt:lpstr>
      <vt:lpstr>Particularities and challenges</vt:lpstr>
      <vt:lpstr>Conclusions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Match odds</dc:title>
  <dc:creator>Adrian Dragos</dc:creator>
  <cp:lastModifiedBy>Adrian Dragos</cp:lastModifiedBy>
  <cp:revision>10</cp:revision>
  <dcterms:created xsi:type="dcterms:W3CDTF">2022-01-09T00:11:07Z</dcterms:created>
  <dcterms:modified xsi:type="dcterms:W3CDTF">2022-01-10T07:59:17Z</dcterms:modified>
</cp:coreProperties>
</file>