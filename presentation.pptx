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969F52-B8C5-4B4B-9AD5-A1C381DCB57B}" type="datetimeFigureOut">
              <a:rPr lang="en-US" smtClean="0"/>
              <a:t>09-Jan-22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646D3-7549-42F8-A464-13B360E5CB29}"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4603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969F52-B8C5-4B4B-9AD5-A1C381DCB57B}" type="datetimeFigureOut">
              <a:rPr lang="en-US" smtClean="0"/>
              <a:t>09-Jan-22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3479085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969F52-B8C5-4B4B-9AD5-A1C381DCB57B}" type="datetimeFigureOut">
              <a:rPr lang="en-US" smtClean="0"/>
              <a:t>09-Jan-22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340444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969F52-B8C5-4B4B-9AD5-A1C381DCB57B}" type="datetimeFigureOut">
              <a:rPr lang="en-US" smtClean="0"/>
              <a:t>09-Jan-22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68636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969F52-B8C5-4B4B-9AD5-A1C381DCB57B}" type="datetimeFigureOut">
              <a:rPr lang="en-US" smtClean="0"/>
              <a:t>09-Jan-22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3922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969F52-B8C5-4B4B-9AD5-A1C381DCB57B}" type="datetimeFigureOut">
              <a:rPr lang="en-US" smtClean="0"/>
              <a:t>09-Jan-22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3697730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969F52-B8C5-4B4B-9AD5-A1C381DCB57B}" type="datetimeFigureOut">
              <a:rPr lang="en-US" smtClean="0"/>
              <a:t>09-Jan-22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1393974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969F52-B8C5-4B4B-9AD5-A1C381DCB57B}" type="datetimeFigureOut">
              <a:rPr lang="en-US" smtClean="0"/>
              <a:t>09-Jan-22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3635349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969F52-B8C5-4B4B-9AD5-A1C381DCB57B}" type="datetimeFigureOut">
              <a:rPr lang="en-US" smtClean="0"/>
              <a:t>09-Jan-22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283319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01969F52-B8C5-4B4B-9AD5-A1C381DCB57B}" type="datetimeFigureOut">
              <a:rPr lang="en-US" smtClean="0"/>
              <a:t>09-Jan-22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3757700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969F52-B8C5-4B4B-9AD5-A1C381DCB57B}" type="datetimeFigureOut">
              <a:rPr lang="en-US" smtClean="0"/>
              <a:t>09-Jan-22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3201266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969F52-B8C5-4B4B-9AD5-A1C381DCB57B}" type="datetimeFigureOut">
              <a:rPr lang="en-US" smtClean="0"/>
              <a:t>09-Jan-22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646D3-7549-42F8-A464-13B360E5CB29}"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4677763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969F52-B8C5-4B4B-9AD5-A1C381DCB57B}" type="datetimeFigureOut">
              <a:rPr lang="en-US" smtClean="0"/>
              <a:t>09-Jan-22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37360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969F52-B8C5-4B4B-9AD5-A1C381DCB57B}" type="datetimeFigureOut">
              <a:rPr lang="en-US" smtClean="0"/>
              <a:t>09-Jan-22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646D3-7549-42F8-A464-13B360E5CB29}"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222460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969F52-B8C5-4B4B-9AD5-A1C381DCB57B}" type="datetimeFigureOut">
              <a:rPr lang="en-US" smtClean="0"/>
              <a:t>09-Jan-22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3266055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969F52-B8C5-4B4B-9AD5-A1C381DCB57B}" type="datetimeFigureOut">
              <a:rPr lang="en-US" smtClean="0"/>
              <a:t>09-Jan-22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1422623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969F52-B8C5-4B4B-9AD5-A1C381DCB57B}" type="datetimeFigureOut">
              <a:rPr lang="en-US" smtClean="0"/>
              <a:t>09-Jan-22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646D3-7549-42F8-A464-13B360E5CB29}" type="slidenum">
              <a:rPr lang="en-US" smtClean="0"/>
              <a:t>‹#›</a:t>
            </a:fld>
            <a:endParaRPr lang="en-US"/>
          </a:p>
        </p:txBody>
      </p:sp>
    </p:spTree>
    <p:extLst>
      <p:ext uri="{BB962C8B-B14F-4D97-AF65-F5344CB8AC3E}">
        <p14:creationId xmlns:p14="http://schemas.microsoft.com/office/powerpoint/2010/main" val="1230788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01969F52-B8C5-4B4B-9AD5-A1C381DCB57B}" type="datetimeFigureOut">
              <a:rPr lang="en-US" smtClean="0"/>
              <a:t>09-Jan-22</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B8F646D3-7549-42F8-A464-13B360E5CB29}" type="slidenum">
              <a:rPr lang="en-US" smtClean="0"/>
              <a:t>‹#›</a:t>
            </a:fld>
            <a:endParaRPr lang="en-US"/>
          </a:p>
        </p:txBody>
      </p:sp>
    </p:spTree>
    <p:extLst>
      <p:ext uri="{BB962C8B-B14F-4D97-AF65-F5344CB8AC3E}">
        <p14:creationId xmlns:p14="http://schemas.microsoft.com/office/powerpoint/2010/main" val="371837921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A1101-EC6C-478B-963B-7516F147A62B}"/>
              </a:ext>
            </a:extLst>
          </p:cNvPr>
          <p:cNvSpPr>
            <a:spLocks noGrp="1"/>
          </p:cNvSpPr>
          <p:nvPr>
            <p:ph type="ctrTitle"/>
          </p:nvPr>
        </p:nvSpPr>
        <p:spPr/>
        <p:txBody>
          <a:bodyPr/>
          <a:lstStyle/>
          <a:p>
            <a:r>
              <a:rPr lang="en-US" sz="4800" b="0" i="0" dirty="0">
                <a:effectLst/>
                <a:latin typeface="Calibri" panose="020F0502020204030204" pitchFamily="34" charset="0"/>
              </a:rPr>
              <a:t>Match odds</a:t>
            </a:r>
            <a:endParaRPr lang="en-US" dirty="0"/>
          </a:p>
        </p:txBody>
      </p:sp>
      <p:sp>
        <p:nvSpPr>
          <p:cNvPr id="3" name="Subtitle 2">
            <a:extLst>
              <a:ext uri="{FF2B5EF4-FFF2-40B4-BE49-F238E27FC236}">
                <a16:creationId xmlns:a16="http://schemas.microsoft.com/office/drawing/2014/main" id="{D7EECFC9-1285-41F2-9C63-789CA04E2E07}"/>
              </a:ext>
            </a:extLst>
          </p:cNvPr>
          <p:cNvSpPr>
            <a:spLocks noGrp="1"/>
          </p:cNvSpPr>
          <p:nvPr>
            <p:ph type="subTitle" idx="1"/>
          </p:nvPr>
        </p:nvSpPr>
        <p:spPr/>
        <p:txBody>
          <a:bodyPr/>
          <a:lstStyle/>
          <a:p>
            <a:endParaRPr lang="en-US" dirty="0"/>
          </a:p>
          <a:p>
            <a:r>
              <a:rPr lang="en-US" dirty="0"/>
              <a:t>Team:</a:t>
            </a:r>
            <a:r>
              <a:rPr lang="ro-RO" dirty="0"/>
              <a:t> Adrian Nicolae</a:t>
            </a:r>
            <a:r>
              <a:rPr lang="en-US" dirty="0"/>
              <a:t> Dragos</a:t>
            </a:r>
          </a:p>
          <a:p>
            <a:endParaRPr lang="ro-RO" dirty="0"/>
          </a:p>
          <a:p>
            <a:r>
              <a:rPr lang="ro-RO" dirty="0"/>
              <a:t>Mentor</a:t>
            </a:r>
            <a:r>
              <a:rPr lang="en-US" dirty="0"/>
              <a:t>: Daniel Pop</a:t>
            </a:r>
          </a:p>
        </p:txBody>
      </p:sp>
    </p:spTree>
    <p:extLst>
      <p:ext uri="{BB962C8B-B14F-4D97-AF65-F5344CB8AC3E}">
        <p14:creationId xmlns:p14="http://schemas.microsoft.com/office/powerpoint/2010/main" val="422094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DA8C644-9C7D-4305-97CC-858E3287B882}"/>
              </a:ext>
            </a:extLst>
          </p:cNvPr>
          <p:cNvSpPr>
            <a:spLocks noGrp="1"/>
          </p:cNvSpPr>
          <p:nvPr>
            <p:ph type="title"/>
          </p:nvPr>
        </p:nvSpPr>
        <p:spPr>
          <a:xfrm>
            <a:off x="684212" y="701800"/>
            <a:ext cx="8534400" cy="1507067"/>
          </a:xfrm>
        </p:spPr>
        <p:txBody>
          <a:bodyPr>
            <a:normAutofit/>
          </a:bodyPr>
          <a:lstStyle/>
          <a:p>
            <a:r>
              <a:rPr lang="en-US" sz="2800" dirty="0"/>
              <a:t>Short description</a:t>
            </a:r>
          </a:p>
        </p:txBody>
      </p:sp>
      <p:sp>
        <p:nvSpPr>
          <p:cNvPr id="11" name="Content Placeholder 10">
            <a:extLst>
              <a:ext uri="{FF2B5EF4-FFF2-40B4-BE49-F238E27FC236}">
                <a16:creationId xmlns:a16="http://schemas.microsoft.com/office/drawing/2014/main" id="{9D2579C3-7B80-4058-AF32-96058900F038}"/>
              </a:ext>
            </a:extLst>
          </p:cNvPr>
          <p:cNvSpPr>
            <a:spLocks noGrp="1"/>
          </p:cNvSpPr>
          <p:nvPr>
            <p:ph idx="1"/>
          </p:nvPr>
        </p:nvSpPr>
        <p:spPr>
          <a:xfrm>
            <a:off x="684212" y="2936147"/>
            <a:ext cx="8534400" cy="3220053"/>
          </a:xfrm>
        </p:spPr>
        <p:txBody>
          <a:bodyPr/>
          <a:lstStyle/>
          <a:p>
            <a:r>
              <a:rPr lang="en-US" dirty="0"/>
              <a:t>This process is designed to make betting on football matches easier. </a:t>
            </a:r>
          </a:p>
          <a:p>
            <a:endParaRPr lang="en-US" dirty="0"/>
          </a:p>
          <a:p>
            <a:r>
              <a:rPr lang="en-US" dirty="0"/>
              <a:t>Everyday it scans for the top three football matches on three different websites and sends an email containing an excel that lists for each team the website with the highest odds (highest return on money spent)</a:t>
            </a:r>
          </a:p>
          <a:p>
            <a:endParaRPr lang="en-US" dirty="0"/>
          </a:p>
        </p:txBody>
      </p:sp>
    </p:spTree>
    <p:extLst>
      <p:ext uri="{BB962C8B-B14F-4D97-AF65-F5344CB8AC3E}">
        <p14:creationId xmlns:p14="http://schemas.microsoft.com/office/powerpoint/2010/main" val="4200469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DA8C644-9C7D-4305-97CC-858E3287B882}"/>
              </a:ext>
            </a:extLst>
          </p:cNvPr>
          <p:cNvSpPr>
            <a:spLocks noGrp="1"/>
          </p:cNvSpPr>
          <p:nvPr>
            <p:ph type="title"/>
          </p:nvPr>
        </p:nvSpPr>
        <p:spPr>
          <a:xfrm>
            <a:off x="684212" y="701800"/>
            <a:ext cx="8534400" cy="1507067"/>
          </a:xfrm>
        </p:spPr>
        <p:txBody>
          <a:bodyPr>
            <a:normAutofit/>
          </a:bodyPr>
          <a:lstStyle/>
          <a:p>
            <a:r>
              <a:rPr lang="en-US" sz="2800" dirty="0"/>
              <a:t>Particularities and challenges</a:t>
            </a:r>
          </a:p>
        </p:txBody>
      </p:sp>
      <p:sp>
        <p:nvSpPr>
          <p:cNvPr id="11" name="Content Placeholder 10">
            <a:extLst>
              <a:ext uri="{FF2B5EF4-FFF2-40B4-BE49-F238E27FC236}">
                <a16:creationId xmlns:a16="http://schemas.microsoft.com/office/drawing/2014/main" id="{9D2579C3-7B80-4058-AF32-96058900F038}"/>
              </a:ext>
            </a:extLst>
          </p:cNvPr>
          <p:cNvSpPr>
            <a:spLocks noGrp="1"/>
          </p:cNvSpPr>
          <p:nvPr>
            <p:ph idx="1"/>
          </p:nvPr>
        </p:nvSpPr>
        <p:spPr>
          <a:xfrm>
            <a:off x="684212" y="2667699"/>
            <a:ext cx="8534400" cy="3220053"/>
          </a:xfrm>
        </p:spPr>
        <p:txBody>
          <a:bodyPr/>
          <a:lstStyle/>
          <a:p>
            <a:r>
              <a:rPr lang="en-US" dirty="0"/>
              <a:t>The main challenge was extracting data from each site. The process uses data scraping to extract the top three matches of the day from the first website (</a:t>
            </a:r>
            <a:r>
              <a:rPr lang="en-US" dirty="0" err="1"/>
              <a:t>Betano</a:t>
            </a:r>
            <a:r>
              <a:rPr lang="en-US" dirty="0"/>
              <a:t>) and then searches for those matches on two other websites (Casa </a:t>
            </a:r>
            <a:r>
              <a:rPr lang="en-US" dirty="0" err="1"/>
              <a:t>Pariurilor</a:t>
            </a:r>
            <a:r>
              <a:rPr lang="en-US" dirty="0"/>
              <a:t> and Fortuna). </a:t>
            </a:r>
          </a:p>
          <a:p>
            <a:r>
              <a:rPr lang="en-US" dirty="0"/>
              <a:t>An error handling mechanism (try catch) was used in the case where a website does not contain the match we are looking for. Thus, the odds are returned as “-” and are not taking into consideration when the highest odds are calculated.</a:t>
            </a:r>
          </a:p>
        </p:txBody>
      </p:sp>
    </p:spTree>
    <p:extLst>
      <p:ext uri="{BB962C8B-B14F-4D97-AF65-F5344CB8AC3E}">
        <p14:creationId xmlns:p14="http://schemas.microsoft.com/office/powerpoint/2010/main" val="2590290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DA8C644-9C7D-4305-97CC-858E3287B882}"/>
              </a:ext>
            </a:extLst>
          </p:cNvPr>
          <p:cNvSpPr>
            <a:spLocks noGrp="1"/>
          </p:cNvSpPr>
          <p:nvPr>
            <p:ph type="title"/>
          </p:nvPr>
        </p:nvSpPr>
        <p:spPr>
          <a:xfrm>
            <a:off x="684212" y="701800"/>
            <a:ext cx="8534400" cy="1507067"/>
          </a:xfrm>
        </p:spPr>
        <p:txBody>
          <a:bodyPr>
            <a:normAutofit/>
          </a:bodyPr>
          <a:lstStyle/>
          <a:p>
            <a:r>
              <a:rPr lang="en-US" sz="2800" dirty="0"/>
              <a:t>Conclusions</a:t>
            </a:r>
          </a:p>
        </p:txBody>
      </p:sp>
      <p:sp>
        <p:nvSpPr>
          <p:cNvPr id="11" name="Content Placeholder 10">
            <a:extLst>
              <a:ext uri="{FF2B5EF4-FFF2-40B4-BE49-F238E27FC236}">
                <a16:creationId xmlns:a16="http://schemas.microsoft.com/office/drawing/2014/main" id="{9D2579C3-7B80-4058-AF32-96058900F038}"/>
              </a:ext>
            </a:extLst>
          </p:cNvPr>
          <p:cNvSpPr>
            <a:spLocks noGrp="1"/>
          </p:cNvSpPr>
          <p:nvPr>
            <p:ph idx="1"/>
          </p:nvPr>
        </p:nvSpPr>
        <p:spPr>
          <a:xfrm>
            <a:off x="684212" y="2667699"/>
            <a:ext cx="8534400" cy="3220053"/>
          </a:xfrm>
        </p:spPr>
        <p:txBody>
          <a:bodyPr/>
          <a:lstStyle/>
          <a:p>
            <a:r>
              <a:rPr lang="en-US" dirty="0"/>
              <a:t>Developing the project was a fun experience.</a:t>
            </a:r>
          </a:p>
          <a:p>
            <a:endParaRPr lang="en-US" dirty="0"/>
          </a:p>
          <a:p>
            <a:r>
              <a:rPr lang="en-US" dirty="0"/>
              <a:t>I had to learn about data scraping and custom data scraping structures, email activities and excel integration in UiPath.</a:t>
            </a:r>
          </a:p>
        </p:txBody>
      </p:sp>
    </p:spTree>
    <p:extLst>
      <p:ext uri="{BB962C8B-B14F-4D97-AF65-F5344CB8AC3E}">
        <p14:creationId xmlns:p14="http://schemas.microsoft.com/office/powerpoint/2010/main" val="3449152352"/>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39</TotalTime>
  <Words>190</Words>
  <Application>Microsoft Office PowerPoint</Application>
  <PresentationFormat>Widescreen</PresentationFormat>
  <Paragraphs>16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Calibri</vt:lpstr>
      <vt:lpstr>Century Gothic</vt:lpstr>
      <vt:lpstr>Wingdings 3</vt:lpstr>
      <vt:lpstr>Slice</vt:lpstr>
      <vt:lpstr>Match odds</vt:lpstr>
      <vt:lpstr>Short description</vt:lpstr>
      <vt:lpstr>Particularities and challenges</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Match odds</dc:title>
  <dc:creator>Adrian Dragos</dc:creator>
  <cp:lastModifiedBy>Adrian Dragos</cp:lastModifiedBy>
  <cp:revision>7</cp:revision>
  <dcterms:created xsi:type="dcterms:W3CDTF">2022-01-09T00:11:07Z</dcterms:created>
  <dcterms:modified xsi:type="dcterms:W3CDTF">2022-01-09T11:15:09Z</dcterms:modified>
</cp:coreProperties>
</file>